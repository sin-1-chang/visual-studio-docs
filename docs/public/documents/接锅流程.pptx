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62" r:id="rId5"/>
    <p:sldId id="263" r:id="rId6"/>
    <p:sldId id="267" r:id="rId7"/>
    <p:sldId id="268" r:id="rId8"/>
    <p:sldId id="269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8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4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9128680" y="5856560"/>
            <a:ext cx="9799200" cy="1472400"/>
          </a:xfrm>
        </p:spPr>
        <p:txBody>
          <a:bodyPr/>
          <a:p>
            <a:pPr algn="l"/>
            <a:r>
              <a:rPr lang="zh-CN" altLang="en-US"/>
              <a:t>主讲人：</a:t>
            </a:r>
            <a:r>
              <a:rPr lang="zh-CN" altLang="en-US"/>
              <a:t>郑鑫城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64000" y="28295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接锅流程</a:t>
            </a:r>
            <a:endParaRPr lang="zh-CN" altLang="en-US" sz="7200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7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45795" y="7842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一、发布任务（锅）</a:t>
            </a:r>
            <a:endParaRPr lang="zh-CN" altLang="en-US" sz="3600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9670" y="2009775"/>
            <a:ext cx="7762240" cy="3391535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1830070" y="3633470"/>
            <a:ext cx="2686685" cy="75565"/>
          </a:xfrm>
          <a:prstGeom prst="rightArrow">
            <a:avLst/>
          </a:prstGeom>
          <a:ln w="127000" cap="flat" cmpd="sng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9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45795" y="784225"/>
            <a:ext cx="4556125" cy="7943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二、同学们积极接锅</a:t>
            </a:r>
            <a:endParaRPr lang="zh-CN" altLang="en-US" sz="360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578610"/>
            <a:ext cx="5049520" cy="487299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327525" y="4095115"/>
            <a:ext cx="1640840" cy="202565"/>
          </a:xfrm>
          <a:prstGeom prst="rightArrow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4327525" y="5129530"/>
            <a:ext cx="1640840" cy="202565"/>
          </a:xfrm>
          <a:prstGeom prst="rightArrow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4327525" y="5827395"/>
            <a:ext cx="1640840" cy="202565"/>
          </a:xfrm>
          <a:prstGeom prst="rightArrow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2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45795" y="784225"/>
            <a:ext cx="6069330" cy="7943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三、至少提前一天取得设备</a:t>
            </a:r>
            <a:endParaRPr lang="zh-CN" altLang="en-US" sz="360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065020" y="1880235"/>
            <a:ext cx="7684770" cy="321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取得设备后：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）检查设备能不能正常使用。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）检查上一名使用者是否留下了照片文件。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914400" lvl="2" indent="457200"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如有，一般视为已经导出，此时将存储卡（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SD 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卡）格式化。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）将设备充满电。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>
              <a:lnSpc>
                <a:spcPct val="150000"/>
              </a:lnSpc>
            </a:pP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0">
              <a:lnSpc>
                <a:spcPct val="150000"/>
              </a:lnSpc>
            </a:pP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注：有的活动会提供工作证，也需要提前拿到</a:t>
            </a:r>
            <a:r>
              <a:rPr lang="zh-CN" altLang="en-US" sz="2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手。</a:t>
            </a:r>
            <a:endParaRPr lang="zh-CN" altLang="en-US" sz="2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30" y="273685"/>
            <a:ext cx="4813300" cy="2806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2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45795" y="784225"/>
            <a:ext cx="5541010" cy="7943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四、提前至少</a:t>
            </a:r>
            <a:r>
              <a:rPr lang="en-US" altLang="zh-CN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15 </a:t>
            </a:r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分钟到达活动现场</a:t>
            </a:r>
            <a:endParaRPr lang="zh-CN" altLang="en-US" sz="360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065020" y="2456180"/>
            <a:ext cx="7684770" cy="321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抵达活动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现场后：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）向现场组织人员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表明身份，进入现场。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）调试设备，确认能正常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拍摄。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）可以提前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准备好要拍的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重点。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0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45795" y="784225"/>
            <a:ext cx="5376545" cy="7943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五、拍摄完毕后续</a:t>
            </a:r>
            <a:endParaRPr lang="zh-CN" altLang="en-US" sz="360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06015" y="2115185"/>
            <a:ext cx="8119745" cy="321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将设备带到合适的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场所后：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）导出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）进行后续的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照片处理。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）提交给负责人或者部长。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）提交的成果没问题之后，发给部长，由部长统一上传到全媒体部门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网盘。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10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645795" y="784225"/>
            <a:ext cx="5376545" cy="7943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360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" panose="020B0400000000000000" charset="-122"/>
                <a:ea typeface="PingFang SC" panose="020B0400000000000000" charset="-122"/>
              </a:rPr>
              <a:t>六、归还设备</a:t>
            </a:r>
            <a:endParaRPr lang="zh-CN" altLang="en-US" sz="360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036445" y="1950085"/>
            <a:ext cx="8119745" cy="321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联系部长团，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确认设备完好后，放回地下室柜子</a:t>
            </a:r>
            <a:r>
              <a:rPr lang="zh-CN" alt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里。</a:t>
            </a:r>
            <a:endParaRPr lang="zh-CN" altLang="en-US" sz="2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7F0FC"/>
            </a:gs>
            <a:gs pos="52000">
              <a:srgbClr val="FFEFDE"/>
            </a:gs>
            <a:gs pos="100000">
              <a:srgbClr val="FFDCF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zh-CN" altLang="en-US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谢谢聆听</a:t>
            </a:r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！</a:t>
            </a:r>
            <a:endParaRPr lang="zh-CN" altLang="en-US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68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1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4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7.xml><?xml version="1.0" encoding="utf-8"?>
<p:tagLst xmlns:p="http://schemas.openxmlformats.org/presentationml/2006/main">
  <p:tag name="KSO_WM_DIAGRAM_VIRTUALLY_FRAME" val="{&quot;height&quot;:253.3,&quot;left&quot;:50.85,&quot;top&quot;:61.75,&quot;width&quot;:716.85}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WPS 演示</Application>
  <PresentationFormat>宽屏</PresentationFormat>
  <Paragraphs>41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PingFang SC Semibold</vt:lpstr>
      <vt:lpstr>PingFang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Kyuutori</cp:lastModifiedBy>
  <cp:revision>168</cp:revision>
  <dcterms:created xsi:type="dcterms:W3CDTF">2026-10-09T06:08:32Z</dcterms:created>
  <dcterms:modified xsi:type="dcterms:W3CDTF">2026-10-09T06:08:32Z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8EF623BB106881EBDD7CC86AC6D48522_41</vt:lpwstr>
  </property>
</Properties>
</file>